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12191695" cy="2011680"/>
          </a:xfrm>
          <a:prstGeom prst="rect">
            <a:avLst/>
          </a:prstGeom>
          <a:solidFill>
            <a:srgbClr val="008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14600"/>
            <a:ext cx="12191695" cy="73152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Yu Gothic"/>
              </a:rPr>
              <a:t>プレゼンテーションタイトル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0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5F9EE"/>
                </a:solidFill>
                <a:latin typeface="Yu Gothic"/>
              </a:rPr>
              <a:t>サブタイトル / 部署名 / 日付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8C41"/>
                </a:solidFill>
                <a:latin typeface="Yu Gothic"/>
              </a:rPr>
              <a:t>エイチ・シー・ネットワークス株式会社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89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ネットワークのトータルソリューション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86000"/>
            <a:ext cx="7315200" cy="2286000"/>
          </a:xfrm>
          <a:prstGeom prst="rect">
            <a:avLst/>
          </a:prstGeom>
          <a:solidFill>
            <a:srgbClr val="008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00C05B"/>
                </a:solidFill>
                <a:latin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Yu Gothic"/>
              </a:rPr>
              <a:t>セクションタイトル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92608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Section
Subtitle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Yu Gothic"/>
              </a:rPr>
              <a:t>エイチ・シー・ネットワークス株式会社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68680"/>
          </a:xfrm>
          <a:prstGeom prst="rect">
            <a:avLst/>
          </a:prstGeom>
          <a:solidFill>
            <a:srgbClr val="008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</a:rPr>
              <a:t>コンテンツスライド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F9EE"/>
                </a:solidFill>
                <a:latin typeface="Yu Gothic"/>
              </a:rPr>
              <a:t>Content Slide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45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>
                <a:solidFill>
                  <a:srgbClr val="333333"/>
                </a:solidFill>
                <a:latin typeface="Yu Gothic"/>
              </a:rPr>
              <a:t>●  統合ITインフラソリューションの提案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333333"/>
                </a:solidFill>
                <a:latin typeface="Yu Gothic"/>
              </a:rPr>
              <a:t>●  ネットワーク・セキュリティ・無線LAN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333333"/>
                </a:solidFill>
                <a:latin typeface="Yu Gothic"/>
              </a:rPr>
              <a:t>●  構築から保守サービスまでワンストップ対応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333333"/>
                </a:solidFill>
                <a:latin typeface="Yu Gothic"/>
              </a:rPr>
              <a:t>●  高い品質（High quality）と信頼（Confidence）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234440"/>
            <a:ext cx="73152" cy="4114800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Yu Gothic"/>
              </a:rPr>
              <a:t>エイチ・シー・ネットワークス株式会社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68680"/>
          </a:xfrm>
          <a:prstGeom prst="rect">
            <a:avLst/>
          </a:prstGeom>
          <a:solidFill>
            <a:srgbClr val="008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</a:rPr>
              <a:t>2カラムレイアウト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F9EE"/>
                </a:solidFill>
                <a:latin typeface="Yu Gothic"/>
              </a:rPr>
              <a:t>Two Column Layout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45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5303520" cy="4846320"/>
          </a:xfrm>
          <a:prstGeom prst="rect">
            <a:avLst/>
          </a:prstGeom>
          <a:solidFill>
            <a:srgbClr val="E5F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280160"/>
            <a:ext cx="5303520" cy="54864"/>
          </a:xfrm>
          <a:prstGeom prst="rect">
            <a:avLst/>
          </a:prstGeom>
          <a:solidFill>
            <a:srgbClr val="008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8C41"/>
                </a:solidFill>
                <a:latin typeface="Yu Gothic"/>
              </a:rPr>
              <a:t>左カラム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製品・サービス
● Adapterシリーズ
● ネットワーク
● 無線LAN
● セキュリティ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280160"/>
            <a:ext cx="5303520" cy="48463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280160"/>
            <a:ext cx="5303520" cy="54864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8C41"/>
                </a:solidFill>
                <a:latin typeface="Yu Gothic"/>
              </a:rPr>
              <a:t>右カラム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ソリューション
● 企業向けDX
● キャンパスネットワーク
● 医療ネットワーク
● 社会インフラ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Yu Gothic"/>
              </a:rPr>
              <a:t>エイチ・シー・ネットワークス株式会社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68680"/>
          </a:xfrm>
          <a:prstGeom prst="rect">
            <a:avLst/>
          </a:prstGeom>
          <a:solidFill>
            <a:srgbClr val="008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</a:rPr>
              <a:t>画像＋テキスト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F9EE"/>
                </a:solidFill>
                <a:latin typeface="Yu Gothic"/>
              </a:rPr>
              <a:t>Image + 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45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5486400" cy="48463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200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Yu Gothic"/>
              </a:rPr>
              <a:t>[ 画像をここに配置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280160"/>
            <a:ext cx="5486400" cy="4846320"/>
          </a:xfrm>
          <a:prstGeom prst="rect">
            <a:avLst/>
          </a:prstGeom>
          <a:noFill/>
          <a:ln w="12700">
            <a:solidFill>
              <a:srgbClr val="008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212080" cy="54864"/>
          </a:xfrm>
          <a:prstGeom prst="rect">
            <a:avLst/>
          </a:prstGeom>
          <a:solidFill>
            <a:srgbClr val="008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8C41"/>
                </a:solidFill>
                <a:latin typeface="Yu Gothic"/>
              </a:rPr>
              <a:t>ポイント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103120"/>
            <a:ext cx="320040" cy="320040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057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HiVAS運用サービス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926079"/>
            <a:ext cx="320040" cy="320040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IT Asset管理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749039"/>
            <a:ext cx="320040" cy="320040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SSEセキュリティ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572000"/>
            <a:ext cx="320040" cy="320040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IEEE802.11ah対応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Yu Gothic"/>
              </a:rPr>
              <a:t>エイチ・シー・ネットワークス株式会社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68680"/>
          </a:xfrm>
          <a:prstGeom prst="rect">
            <a:avLst/>
          </a:prstGeom>
          <a:solidFill>
            <a:srgbClr val="008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</a:rPr>
              <a:t>表・データ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F9EE"/>
                </a:solidFill>
                <a:latin typeface="Yu Gothic"/>
              </a:rPr>
              <a:t>Table /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45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8229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008C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内容</a:t>
                      </a:r>
                    </a:p>
                  </a:txBody>
                  <a:tcPr>
                    <a:solidFill>
                      <a:srgbClr val="008C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担当</a:t>
                      </a:r>
                    </a:p>
                  </a:txBody>
                  <a:tcPr>
                    <a:solidFill>
                      <a:srgbClr val="008C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ステータス</a:t>
                      </a:r>
                    </a:p>
                  </a:txBody>
                  <a:tcPr>
                    <a:solidFill>
                      <a:srgbClr val="008C4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製品A</a:t>
                      </a:r>
                    </a:p>
                  </a:txBody>
                  <a:tcPr>
                    <a:solidFill>
                      <a:srgbClr val="E5F9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ネットワーク機器</a:t>
                      </a:r>
                    </a:p>
                  </a:txBody>
                  <a:tcPr>
                    <a:solidFill>
                      <a:srgbClr val="E5F9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営業部</a:t>
                      </a:r>
                    </a:p>
                  </a:txBody>
                  <a:tcPr>
                    <a:solidFill>
                      <a:srgbClr val="E5F9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対応中</a:t>
                      </a:r>
                    </a:p>
                  </a:txBody>
                  <a:tcPr>
                    <a:solidFill>
                      <a:srgbClr val="E5F9E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製品B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セキュリティ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技術部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完了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製品C</a:t>
                      </a:r>
                    </a:p>
                  </a:txBody>
                  <a:tcPr>
                    <a:solidFill>
                      <a:srgbClr val="E5F9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無線LAN</a:t>
                      </a:r>
                    </a:p>
                  </a:txBody>
                  <a:tcPr>
                    <a:solidFill>
                      <a:srgbClr val="E5F9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営業部</a:t>
                      </a:r>
                    </a:p>
                  </a:txBody>
                  <a:tcPr>
                    <a:solidFill>
                      <a:srgbClr val="E5F9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計画中</a:t>
                      </a:r>
                    </a:p>
                  </a:txBody>
                  <a:tcPr>
                    <a:solidFill>
                      <a:srgbClr val="E5F9E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製品D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サービス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サポート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Yu Gothic"/>
                        </a:rPr>
                        <a:t>対応中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Yu Gothic"/>
              </a:rPr>
              <a:t>エイチ・シー・ネットワークス株式会社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8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Yu Gothic"/>
              </a:rPr>
              <a:t>"高い品質と信頼できる
ネットワークを基本に"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5F9EE"/>
                </a:solidFill>
                <a:latin typeface="Yu Gothic"/>
              </a:rPr>
              <a:t>— HCNET Vision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Yu Gothic"/>
              </a:rPr>
              <a:t>エイチ・シー・ネットワークス株式会社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008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97480"/>
            <a:ext cx="12191695" cy="73152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9260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Yu Gothic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6576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5F9EE"/>
                </a:solidFill>
                <a:latin typeface="Yu Gothic"/>
              </a:rPr>
              <a:t>ご清聴ありがとうございました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Yu Gothic"/>
              </a:rPr>
              <a:t>www.hcnet.co.jp  |  お問い合わせ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868680"/>
          </a:xfrm>
          <a:prstGeom prst="rect">
            <a:avLst/>
          </a:prstGeom>
          <a:solidFill>
            <a:srgbClr val="008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</a:rPr>
              <a:t>テンプレート使用ガイド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F9EE"/>
                </a:solidFill>
                <a:latin typeface="Yu Gothic"/>
              </a:rPr>
              <a:t>Template Guide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45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  <a:latin typeface="Yu Gothic"/>
              </a:rPr>
              <a:t>スライド1: タイトル — 表紙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  <a:latin typeface="Yu Gothic"/>
              </a:rPr>
              <a:t>スライド2: セクション区切り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  <a:latin typeface="Yu Gothic"/>
              </a:rPr>
              <a:t>スライド3: 箇条書きコンテンツ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  <a:latin typeface="Yu Gothic"/>
              </a:rPr>
              <a:t>スライド4: 2カラムレイアウト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  <a:latin typeface="Yu Gothic"/>
              </a:rPr>
              <a:t>スライド5: 画像＋テキスト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  <a:latin typeface="Yu Gothic"/>
              </a:rPr>
              <a:t>スライド6: 表・データ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  <a:latin typeface="Yu Gothic"/>
              </a:rPr>
              <a:t>スライド7: 引用・ハイライト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  <a:latin typeface="Yu Gothic"/>
              </a:rPr>
              <a:t>スライド8: 終了（Thank You）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8C41"/>
                </a:solidFill>
                <a:latin typeface="Yu Gothic"/>
              </a:rPr>
              <a:t>カラーパレット（HCNET公式サイトより）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548640" cy="457200"/>
          </a:xfrm>
          <a:prstGeom prst="rect">
            <a:avLst/>
          </a:prstGeom>
          <a:solidFill>
            <a:srgbClr val="008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87451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Yu Gothic"/>
              </a:rPr>
              <a:t>Primary Green  #008C41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514600"/>
            <a:ext cx="548640" cy="457200"/>
          </a:xfrm>
          <a:prstGeom prst="rect">
            <a:avLst/>
          </a:prstGeom>
          <a:solidFill>
            <a:srgbClr val="00C0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0" y="2560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Yu Gothic"/>
              </a:rPr>
              <a:t>Accent Green  #00C05B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200400"/>
            <a:ext cx="548640" cy="457200"/>
          </a:xfrm>
          <a:prstGeom prst="rect">
            <a:avLst/>
          </a:prstGeom>
          <a:solidFill>
            <a:srgbClr val="245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3246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Yu Gothic"/>
              </a:rPr>
              <a:t>Dark Green  #24593D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886200"/>
            <a:ext cx="548640" cy="457200"/>
          </a:xfrm>
          <a:prstGeom prst="rect">
            <a:avLst/>
          </a:prstGeom>
          <a:solidFill>
            <a:srgbClr val="E5F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3931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Yu Gothic"/>
              </a:rPr>
              <a:t>Light BG  #E5F9EE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572000"/>
            <a:ext cx="548640" cy="457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4617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Yu Gothic"/>
              </a:rPr>
              <a:t>Text  #333333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257800"/>
            <a:ext cx="54864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5303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Yu Gothic"/>
              </a:rPr>
              <a:t>Background  #F8F8F8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Yu Gothic"/>
              </a:rPr>
              <a:t>エイチ・シー・ネットワークス株式会社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Yu Gothic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