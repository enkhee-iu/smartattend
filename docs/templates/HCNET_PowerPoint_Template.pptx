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91695" cy="201168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514600"/>
            <a:ext cx="12191695" cy="73152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cne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3200400" cy="3118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Yu Gothic"/>
              </a:rPr>
              <a:t>プレゼンテーションタイトル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5F9EE"/>
                </a:solidFill>
                <a:latin typeface="Yu Gothic"/>
              </a:rPr>
              <a:t>サブタイトル / 部署名 / 日付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C41"/>
                </a:solidFill>
                <a:latin typeface="Yu Gothic"/>
              </a:rPr>
              <a:t>エイチ・シー・ネットワークス株式会社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89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Yu Gothic"/>
              </a:rPr>
              <a:t>ネットワークのトータルソリューション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cne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2011680" cy="1960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286000"/>
            <a:ext cx="7315200" cy="228600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0C05B"/>
                </a:solidFill>
                <a:latin typeface="Yu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セクションタイトル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Yu Gothic"/>
              </a:rPr>
              <a:t>Section
Subtitle</a:t>
            </a:r>
          </a:p>
        </p:txBody>
      </p:sp>
      <p:pic>
        <p:nvPicPr>
          <p:cNvPr id="9" name="Picture 8" descr="hcnet_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914400" cy="2619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544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Yu Gothic"/>
              </a:rPr>
              <a:t>エイチ・シー・ネットワークス株式会社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cne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56032"/>
            <a:ext cx="1645920" cy="160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アジェンダ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F9EE"/>
                </a:solidFill>
                <a:latin typeface="Yu Gothic"/>
              </a:rPr>
              <a:t>Agenda / Table of Contents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4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822960" cy="64008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270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会社概要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2011680"/>
            <a:ext cx="9601200" cy="18288"/>
          </a:xfrm>
          <a:prstGeom prst="rect">
            <a:avLst/>
          </a:prstGeom>
          <a:solidFill>
            <a:srgbClr val="E5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377440"/>
            <a:ext cx="822960" cy="64008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8716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514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製品・サービス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2971800"/>
            <a:ext cx="9601200" cy="18288"/>
          </a:xfrm>
          <a:prstGeom prst="rect">
            <a:avLst/>
          </a:prstGeom>
          <a:solidFill>
            <a:srgbClr val="E5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337560"/>
            <a:ext cx="822960" cy="64008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4728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ソリューション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931920"/>
            <a:ext cx="9601200" cy="18288"/>
          </a:xfrm>
          <a:prstGeom prst="rect">
            <a:avLst/>
          </a:prstGeom>
          <a:solidFill>
            <a:srgbClr val="E5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297680"/>
            <a:ext cx="822960" cy="64008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0740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434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導入事例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4892040"/>
            <a:ext cx="9601200" cy="18288"/>
          </a:xfrm>
          <a:prstGeom prst="rect">
            <a:avLst/>
          </a:prstGeom>
          <a:solidFill>
            <a:srgbClr val="E5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257800"/>
            <a:ext cx="822960" cy="64008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675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まとめ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5852160"/>
            <a:ext cx="9601200" cy="18288"/>
          </a:xfrm>
          <a:prstGeom prst="rect">
            <a:avLst/>
          </a:prstGeom>
          <a:solidFill>
            <a:srgbClr val="E5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hcnet_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914400" cy="26196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544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Yu Gothic"/>
              </a:rPr>
              <a:t>エイチ・シー・ネットワークス株式会社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cne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56032"/>
            <a:ext cx="1645920" cy="160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コンテンツスライド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F9EE"/>
                </a:solidFill>
                <a:latin typeface="Yu Gothic"/>
              </a:rPr>
              <a:t>Content Slide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4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Yu Gothic"/>
              </a:rPr>
              <a:t>●  統合ITインフラソリューションの提案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Yu Gothic"/>
              </a:rPr>
              <a:t>●  ネットワーク・セキュリティ・無線LAN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Yu Gothic"/>
              </a:rPr>
              <a:t>●  構築から保守サービスまでワンストップ対応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Yu Gothic"/>
              </a:rPr>
              <a:t>●  高い品質（High quality）と信頼（Confidence）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34440"/>
            <a:ext cx="73152" cy="4114800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cnet_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914400" cy="2619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544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Yu Gothic"/>
              </a:rPr>
              <a:t>エイチ・シー・ネットワークス株式会社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cne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56032"/>
            <a:ext cx="1645920" cy="160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2カラムレイアウト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F9EE"/>
                </a:solidFill>
                <a:latin typeface="Yu Gothic"/>
              </a:rPr>
              <a:t>Two Column Layout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4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5303520" cy="4846320"/>
          </a:xfrm>
          <a:prstGeom prst="rect">
            <a:avLst/>
          </a:prstGeom>
          <a:solidFill>
            <a:srgbClr val="E5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5303520" cy="54864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8C41"/>
                </a:solidFill>
                <a:latin typeface="Yu Gothic"/>
              </a:rPr>
              <a:t>左カラム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Yu Gothic"/>
              </a:rPr>
              <a:t>製品・サービス
● Adapterシリーズ
● ネットワーク
● 無線LAN
● セキュリティ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303520" cy="48463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80160"/>
            <a:ext cx="5303520" cy="54864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8C41"/>
                </a:solidFill>
                <a:latin typeface="Yu Gothic"/>
              </a:rPr>
              <a:t>右カラム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Yu Gothic"/>
              </a:rPr>
              <a:t>ソリューション
● 企業向けDX
● キャンパスネットワーク
● 医療ネットワーク
● 社会インフラ</a:t>
            </a:r>
          </a:p>
        </p:txBody>
      </p:sp>
      <p:pic>
        <p:nvPicPr>
          <p:cNvPr id="17" name="Picture 16" descr="hcnet_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914400" cy="26196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544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Yu Gothic"/>
              </a:rPr>
              <a:t>エイチ・シー・ネットワークス株式会社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cne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56032"/>
            <a:ext cx="1645920" cy="160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3カラムレイアウト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F9EE"/>
                </a:solidFill>
                <a:latin typeface="Yu Gothic"/>
              </a:rPr>
              <a:t>Three Column Layout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4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566160" cy="4846320"/>
          </a:xfrm>
          <a:prstGeom prst="rect">
            <a:avLst/>
          </a:prstGeom>
          <a:solidFill>
            <a:srgbClr val="E5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566160" cy="54864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8C41"/>
                </a:solidFill>
                <a:latin typeface="Yu Gothic"/>
              </a:rPr>
              <a:t>ネットワーク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●  スイッチ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●  ルータ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●  SD-WAN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566160" cy="48463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566160" cy="54864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8C41"/>
                </a:solidFill>
                <a:latin typeface="Yu Gothic"/>
              </a:rPr>
              <a:t>セキュリティ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92024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●  FW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●  SSE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●  ZTNA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566160" cy="4846320"/>
          </a:xfrm>
          <a:prstGeom prst="rect">
            <a:avLst/>
          </a:prstGeom>
          <a:solidFill>
            <a:srgbClr val="E5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566160" cy="54864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8C41"/>
                </a:solidFill>
                <a:latin typeface="Yu Gothic"/>
              </a:rPr>
              <a:t>サービス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92024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●  HiVAS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●  運用管理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●  コンサル</a:t>
            </a:r>
          </a:p>
        </p:txBody>
      </p:sp>
      <p:pic>
        <p:nvPicPr>
          <p:cNvPr id="21" name="Picture 20" descr="hcnet_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914400" cy="26196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544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Yu Gothic"/>
              </a:rPr>
              <a:t>エイチ・シー・ネットワークス株式会社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cne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56032"/>
            <a:ext cx="1645920" cy="160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画像＋テキスト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F9EE"/>
                </a:solidFill>
                <a:latin typeface="Yu Gothic"/>
              </a:rPr>
              <a:t>Image + 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4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5486400" cy="48463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Yu Gothic"/>
              </a:rPr>
              <a:t>[ 画像をここに配置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280160"/>
            <a:ext cx="5486400" cy="4846320"/>
          </a:xfrm>
          <a:prstGeom prst="rect">
            <a:avLst/>
          </a:prstGeom>
          <a:noFill/>
          <a:ln w="12700">
            <a:solidFill>
              <a:srgbClr val="008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280160"/>
            <a:ext cx="5212080" cy="54864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8C41"/>
                </a:solidFill>
                <a:latin typeface="Yu Gothic"/>
              </a:rPr>
              <a:t>ポイント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103120"/>
            <a:ext cx="320040" cy="320040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Yu Gothic"/>
              </a:rPr>
              <a:t>HiVAS運用サービス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926079"/>
            <a:ext cx="320040" cy="320040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Yu Gothic"/>
              </a:rPr>
              <a:t>IT Asset管理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749039"/>
            <a:ext cx="320040" cy="320040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Yu Gothic"/>
              </a:rPr>
              <a:t>SSEセキュリティ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572000"/>
            <a:ext cx="320040" cy="320040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Yu Gothic"/>
              </a:rPr>
              <a:t>IEEE802.11ah対応</a:t>
            </a:r>
          </a:p>
        </p:txBody>
      </p:sp>
      <p:pic>
        <p:nvPicPr>
          <p:cNvPr id="22" name="Picture 21" descr="hcnet_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914400" cy="26196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544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Yu Gothic"/>
              </a:rPr>
              <a:t>エイチ・シー・ネットワークス株式会社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cne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56032"/>
            <a:ext cx="1645920" cy="160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プロセス / フロー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F9EE"/>
                </a:solidFill>
                <a:latin typeface="Yu Gothic"/>
              </a:rPr>
              <a:t>Process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4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2468880" cy="2926080"/>
          </a:xfrm>
          <a:prstGeom prst="rect">
            <a:avLst/>
          </a:prstGeom>
          <a:solidFill>
            <a:srgbClr val="E5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286000"/>
            <a:ext cx="2468880" cy="50292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91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C41"/>
                </a:solidFill>
                <a:latin typeface="Yu Gothic"/>
              </a:rPr>
              <a:t>ヒアリング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Yu Gothic"/>
              </a:rPr>
              <a:t>要件定義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05B"/>
                </a:solidFill>
                <a:latin typeface="Y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286000"/>
            <a:ext cx="2468880" cy="2926080"/>
          </a:xfrm>
          <a:prstGeom prst="rect">
            <a:avLst/>
          </a:prstGeom>
          <a:solidFill>
            <a:srgbClr val="E5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2286000"/>
            <a:ext cx="2468880" cy="50292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3591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79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C41"/>
                </a:solidFill>
                <a:latin typeface="Yu Gothic"/>
              </a:rPr>
              <a:t>設計・提案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3566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Yu Gothic"/>
              </a:rPr>
              <a:t>最適な構成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05B"/>
                </a:solidFill>
                <a:latin typeface="Yu 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286000"/>
            <a:ext cx="2468880" cy="2926080"/>
          </a:xfrm>
          <a:prstGeom prst="rect">
            <a:avLst/>
          </a:prstGeom>
          <a:solidFill>
            <a:srgbClr val="E5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286000"/>
            <a:ext cx="2468880" cy="50292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3591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C41"/>
                </a:solidFill>
                <a:latin typeface="Yu Gothic"/>
              </a:rPr>
              <a:t>構築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566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Yu Gothic"/>
              </a:rPr>
              <a:t>導入・設定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05B"/>
                </a:solidFill>
                <a:latin typeface="Yu Gothic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2286000"/>
            <a:ext cx="2468880" cy="2926080"/>
          </a:xfrm>
          <a:prstGeom prst="rect">
            <a:avLst/>
          </a:prstGeom>
          <a:solidFill>
            <a:srgbClr val="E5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2286000"/>
            <a:ext cx="2468880" cy="50292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23591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C41"/>
                </a:solidFill>
                <a:latin typeface="Yu Gothic"/>
              </a:rPr>
              <a:t>保守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566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Yu Gothic"/>
              </a:rPr>
              <a:t>運用サポート</a:t>
            </a:r>
          </a:p>
        </p:txBody>
      </p:sp>
      <p:pic>
        <p:nvPicPr>
          <p:cNvPr id="32" name="Picture 31" descr="hcnet_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914400" cy="26196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5544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Yu Gothic"/>
              </a:rPr>
              <a:t>エイチ・シー・ネットワークス株式会社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cne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56032"/>
            <a:ext cx="1645920" cy="160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KPI / 数値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F9EE"/>
                </a:solidFill>
                <a:latin typeface="Yu Gothic"/>
              </a:rPr>
              <a:t>Key 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4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2560320" cy="3200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2560320" cy="73152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8C41"/>
                </a:solidFill>
                <a:latin typeface="Yu Gothic"/>
              </a:rPr>
              <a:t>30+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Yu Gothic"/>
              </a:rPr>
              <a:t>年の実績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011680"/>
            <a:ext cx="2560320" cy="3200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2011680"/>
            <a:ext cx="2560320" cy="73152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C05B"/>
                </a:solidFill>
                <a:latin typeface="Yu Gothic"/>
              </a:rPr>
              <a:t>500+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Yu Gothic"/>
              </a:rPr>
              <a:t>導入事例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011680"/>
            <a:ext cx="2560320" cy="3200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011680"/>
            <a:ext cx="2560320" cy="73152"/>
          </a:xfrm>
          <a:prstGeom prst="rect">
            <a:avLst/>
          </a:prstGeom>
          <a:solidFill>
            <a:srgbClr val="009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5603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98A6"/>
                </a:solidFill>
                <a:latin typeface="Yu Gothic"/>
              </a:rPr>
              <a:t>99.9%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Yu Gothic"/>
              </a:rPr>
              <a:t>可用性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2011680"/>
            <a:ext cx="2560320" cy="3200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2011680"/>
            <a:ext cx="2560320" cy="73152"/>
          </a:xfrm>
          <a:prstGeom prst="rect">
            <a:avLst/>
          </a:prstGeom>
          <a:solidFill>
            <a:srgbClr val="24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25603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4593D"/>
                </a:solidFill>
                <a:latin typeface="Yu Gothic"/>
              </a:rPr>
              <a:t>24/7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Yu Gothic"/>
              </a:rPr>
              <a:t>サポート</a:t>
            </a:r>
          </a:p>
        </p:txBody>
      </p:sp>
      <p:pic>
        <p:nvPicPr>
          <p:cNvPr id="25" name="Picture 24" descr="hcnet_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914400" cy="26196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544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Yu Gothic"/>
              </a:rPr>
              <a:t>エイチ・シー・ネットワークス株式会社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Yu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cne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56032"/>
            <a:ext cx="1645920" cy="160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比較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F9EE"/>
                </a:solidFill>
                <a:latin typeface="Yu Gothic"/>
              </a:rPr>
              <a:t>Before / After 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4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303520" cy="4343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303520" cy="4343400"/>
          </a:xfrm>
          <a:prstGeom prst="rect">
            <a:avLst/>
          </a:prstGeom>
          <a:solidFill>
            <a:srgbClr val="E5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80160"/>
            <a:ext cx="5303520" cy="5029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533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Before（導入前）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333333"/>
                </a:solidFill>
                <a:latin typeface="Yu Gothic"/>
              </a:rPr>
              <a:t>●  手作業による管理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333333"/>
                </a:solidFill>
                <a:latin typeface="Yu Gothic"/>
              </a:rPr>
              <a:t>●  セキュリティリスク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333333"/>
                </a:solidFill>
                <a:latin typeface="Yu Gothic"/>
              </a:rPr>
              <a:t>●  運用負荷が高い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80160"/>
            <a:ext cx="5303520" cy="50292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3533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After（導入後）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333333"/>
                </a:solidFill>
                <a:latin typeface="Yu Gothic"/>
              </a:rPr>
              <a:t>●  自動化された運用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333333"/>
                </a:solidFill>
                <a:latin typeface="Yu Gothic"/>
              </a:rPr>
              <a:t>●  統合セキュリティ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333333"/>
                </a:solidFill>
                <a:latin typeface="Yu Gothic"/>
              </a:rPr>
              <a:t>●  HiVASによる効率化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200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C05B"/>
                </a:solidFill>
                <a:latin typeface="Yu Gothic"/>
              </a:rPr>
              <a:t>→</a:t>
            </a:r>
          </a:p>
        </p:txBody>
      </p:sp>
      <p:pic>
        <p:nvPicPr>
          <p:cNvPr id="18" name="Picture 17" descr="hcnet_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914400" cy="26196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544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Yu Gothic"/>
              </a:rPr>
              <a:t>エイチ・シー・ネットワークス株式会社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Yu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cne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56032"/>
            <a:ext cx="1645920" cy="160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チーム / プロフィール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F9EE"/>
                </a:solidFill>
                <a:latin typeface="Yu Gothic"/>
              </a:rPr>
              <a:t>Team / Profile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4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3200400" cy="41148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1920240"/>
            <a:ext cx="1188720" cy="1188720"/>
          </a:xfrm>
          <a:prstGeom prst="ellipse">
            <a:avLst/>
          </a:prstGeom>
          <a:solidFill>
            <a:srgbClr val="E5F9EE"/>
          </a:solidFill>
          <a:ln>
            <a:solidFill>
              <a:srgbClr val="008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2402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Yu Gothic"/>
              </a:rPr>
              <a:t>Photo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8C41"/>
                </a:solidFill>
                <a:latin typeface="Yu Gothic"/>
              </a:rPr>
              <a:t>営業部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Yu Gothic"/>
              </a:rPr>
              <a:t>提案・見積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645920"/>
            <a:ext cx="3200400" cy="41148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0" y="1920240"/>
            <a:ext cx="1188720" cy="1188720"/>
          </a:xfrm>
          <a:prstGeom prst="ellipse">
            <a:avLst/>
          </a:prstGeom>
          <a:solidFill>
            <a:srgbClr val="E5F9EE"/>
          </a:solidFill>
          <a:ln>
            <a:solidFill>
              <a:srgbClr val="008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22402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Yu Gothic"/>
              </a:rPr>
              <a:t>Photo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8C41"/>
                </a:solidFill>
                <a:latin typeface="Yu Gothic"/>
              </a:rPr>
              <a:t>技術部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Yu Gothic"/>
              </a:rPr>
              <a:t>設計・構築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45920"/>
            <a:ext cx="3200400" cy="41148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0" y="1920240"/>
            <a:ext cx="1188720" cy="1188720"/>
          </a:xfrm>
          <a:prstGeom prst="ellipse">
            <a:avLst/>
          </a:prstGeom>
          <a:solidFill>
            <a:srgbClr val="E5F9EE"/>
          </a:solidFill>
          <a:ln>
            <a:solidFill>
              <a:srgbClr val="008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2402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Yu Gothic"/>
              </a:rPr>
              <a:t>Photo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8C41"/>
                </a:solidFill>
                <a:latin typeface="Yu Gothic"/>
              </a:rPr>
              <a:t>サポート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Yu Gothic"/>
              </a:rPr>
              <a:t>保守・運用</a:t>
            </a:r>
          </a:p>
        </p:txBody>
      </p:sp>
      <p:pic>
        <p:nvPicPr>
          <p:cNvPr id="24" name="Picture 23" descr="hcnet_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914400" cy="26196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544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Yu Gothic"/>
              </a:rPr>
              <a:t>エイチ・シー・ネットワークス株式会社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Yu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cne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56032"/>
            <a:ext cx="1645920" cy="160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表・データ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F9EE"/>
                </a:solidFill>
                <a:latin typeface="Yu Gothic"/>
              </a:rPr>
              <a:t>Table /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4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229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>
                    <a:solidFill>
                      <a:srgbClr val="008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内容</a:t>
                      </a:r>
                    </a:p>
                  </a:txBody>
                  <a:tcPr>
                    <a:solidFill>
                      <a:srgbClr val="008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担当</a:t>
                      </a:r>
                    </a:p>
                  </a:txBody>
                  <a:tcPr>
                    <a:solidFill>
                      <a:srgbClr val="008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ステータス</a:t>
                      </a:r>
                    </a:p>
                  </a:txBody>
                  <a:tcPr>
                    <a:solidFill>
                      <a:srgbClr val="008C4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Yu Gothic"/>
                        </a:rPr>
                        <a:t>製品A</a:t>
                      </a:r>
                    </a:p>
                  </a:txBody>
                  <a:tcPr>
                    <a:solidFill>
                      <a:srgbClr val="E5F9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Yu Gothic"/>
                        </a:rPr>
                        <a:t>ネットワーク機器</a:t>
                      </a:r>
                    </a:p>
                  </a:txBody>
                  <a:tcPr>
                    <a:solidFill>
                      <a:srgbClr val="E5F9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Yu Gothic"/>
                        </a:rPr>
                        <a:t>営業部</a:t>
                      </a:r>
                    </a:p>
                  </a:txBody>
                  <a:tcPr>
                    <a:solidFill>
                      <a:srgbClr val="E5F9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Yu Gothic"/>
                        </a:rPr>
                        <a:t>対応中</a:t>
                      </a:r>
                    </a:p>
                  </a:txBody>
                  <a:tcPr>
                    <a:solidFill>
                      <a:srgbClr val="E5F9E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Yu Gothic"/>
                        </a:rPr>
                        <a:t>製品B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Yu Gothic"/>
                        </a:rPr>
                        <a:t>セキュリティ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Yu Gothic"/>
                        </a:rPr>
                        <a:t>技術部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Yu Gothic"/>
                        </a:rPr>
                        <a:t>完了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Yu Gothic"/>
                        </a:rPr>
                        <a:t>製品C</a:t>
                      </a:r>
                    </a:p>
                  </a:txBody>
                  <a:tcPr>
                    <a:solidFill>
                      <a:srgbClr val="E5F9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Yu Gothic"/>
                        </a:rPr>
                        <a:t>無線LAN</a:t>
                      </a:r>
                    </a:p>
                  </a:txBody>
                  <a:tcPr>
                    <a:solidFill>
                      <a:srgbClr val="E5F9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Yu Gothic"/>
                        </a:rPr>
                        <a:t>営業部</a:t>
                      </a:r>
                    </a:p>
                  </a:txBody>
                  <a:tcPr>
                    <a:solidFill>
                      <a:srgbClr val="E5F9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Yu Gothic"/>
                        </a:rPr>
                        <a:t>計画中</a:t>
                      </a:r>
                    </a:p>
                  </a:txBody>
                  <a:tcPr>
                    <a:solidFill>
                      <a:srgbClr val="E5F9E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Yu Gothic"/>
                        </a:rPr>
                        <a:t>製品D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Yu Gothic"/>
                        </a:rPr>
                        <a:t>サービス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Yu Gothic"/>
                        </a:rPr>
                        <a:t>サポート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Yu Gothic"/>
                        </a:rPr>
                        <a:t>対応中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" name="Picture 9" descr="hcnet_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914400" cy="2619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544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Yu Gothic"/>
              </a:rPr>
              <a:t>エイチ・シー・ネットワークス株式会社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Yu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cne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828800" cy="1781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"高い品質と信頼できる
ネットワークを基本に"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5F9EE"/>
                </a:solidFill>
                <a:latin typeface="Yu Gothic"/>
              </a:rPr>
              <a:t>— HCNET Vision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Yu Gothic"/>
              </a:rPr>
              <a:t>エイチ・シー・ネットワークス株式会社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Yu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cne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56032"/>
            <a:ext cx="1645920" cy="160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お問い合わせ /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F9EE"/>
                </a:solidFill>
                <a:latin typeface="Yu Gothic"/>
              </a:rPr>
              <a:t>Contact / Q&amp;A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4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029200" cy="4754880"/>
          </a:xfrm>
          <a:prstGeom prst="rect">
            <a:avLst/>
          </a:prstGeom>
          <a:solidFill>
            <a:srgbClr val="E5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8C41"/>
                </a:solidFill>
                <a:latin typeface="Yu Gothic"/>
              </a:rPr>
              <a:t>お問い合わせ先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エイチ・シー・ネットワークス株式会社
🌐 www.hcnet.co.jp
📧 inquiry@hcnet.co.jp
📍 東京都台東区浅草橋
お見積もり・技術相談は
お気軽にお問い合わせください</a:t>
            </a:r>
          </a:p>
        </p:txBody>
      </p:sp>
      <p:pic>
        <p:nvPicPr>
          <p:cNvPr id="12" name="Picture 11" descr="hcne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114800" cy="40092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400800" y="4114800"/>
            <a:ext cx="5029200" cy="182880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Yu Gothic"/>
              </a:rPr>
              <a:t>Q &amp;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93776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5F9EE"/>
                </a:solidFill>
                <a:latin typeface="Yu Gothic"/>
              </a:rPr>
              <a:t>ご質問をお待ちしております</a:t>
            </a:r>
          </a:p>
        </p:txBody>
      </p:sp>
      <p:pic>
        <p:nvPicPr>
          <p:cNvPr id="16" name="Picture 15" descr="hcnet_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914400" cy="26196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544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Yu Gothic"/>
              </a:rPr>
              <a:t>エイチ・シー・ネットワークス株式会社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Yu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cne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2743200" cy="26728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697480"/>
            <a:ext cx="12191695" cy="73152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9260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5F9EE"/>
                </a:solidFill>
                <a:latin typeface="Yu Gothic"/>
              </a:rPr>
              <a:t>ご清聴ありがとうございました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Yu Gothic"/>
              </a:rPr>
              <a:t>www.hcnet.co.jp  |  お問い合わせ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cne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56032"/>
            <a:ext cx="1645920" cy="160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テンプレート使用ガイド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F9EE"/>
                </a:solidFill>
                <a:latin typeface="Yu Gothic"/>
              </a:rPr>
              <a:t>Template Guide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4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1: タイトル（表紙）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2: セクション区切り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3: アジェンダ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4: 箇条書きコンテンツ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5: 2カラム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6: 3カラム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7: 画像＋テキスト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8: プロセス / フロー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9: KPI / 数値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10: 比較（Before/After）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11: チーム / プロフィール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12: 表・データ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13: 引用・ハイライト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14: お問い合わせ / Q&amp;A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15: 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C41"/>
                </a:solidFill>
                <a:latin typeface="Yu Gothic"/>
              </a:rPr>
              <a:t>カラーパレット（HCNET公式サイトより）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91640"/>
            <a:ext cx="548640" cy="457200"/>
          </a:xfrm>
          <a:prstGeom prst="rect">
            <a:avLst/>
          </a:prstGeom>
          <a:solidFill>
            <a:srgbClr val="008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Primary Green  #008C41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77440"/>
            <a:ext cx="548640" cy="457200"/>
          </a:xfrm>
          <a:prstGeom prst="rect">
            <a:avLst/>
          </a:prstGeom>
          <a:solidFill>
            <a:srgbClr val="00C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423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Accent Green  #00C05B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063240"/>
            <a:ext cx="548640" cy="457200"/>
          </a:xfrm>
          <a:prstGeom prst="rect">
            <a:avLst/>
          </a:prstGeom>
          <a:solidFill>
            <a:srgbClr val="24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3108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Dark Green  #24593D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749039"/>
            <a:ext cx="548640" cy="457200"/>
          </a:xfrm>
          <a:prstGeom prst="rect">
            <a:avLst/>
          </a:prstGeom>
          <a:solidFill>
            <a:srgbClr val="E5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7947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Light BG  #E5F9EE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434840"/>
            <a:ext cx="54864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44805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Text  #333333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120640"/>
            <a:ext cx="54864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51663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Background  #F8F8F8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760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Yu Gothic"/>
              </a:rPr>
              <a:t>ファイル: .pptx / .potx
Office 365対応</a:t>
            </a:r>
          </a:p>
        </p:txBody>
      </p:sp>
      <p:pic>
        <p:nvPicPr>
          <p:cNvPr id="24" name="Picture 23" descr="hcnet_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914400" cy="26196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544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Yu Gothic"/>
              </a:rPr>
              <a:t>エイチ・シー・ネットワークス株式会社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Yu Gothic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